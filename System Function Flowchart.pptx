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53D4D6-5F51-4550-8121-D4AE205E43FB}" v="2" dt="2026-03-31T01:00:43.9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chlan New" userId="e25c8c40-537b-4667-bc1c-0dad52481a5c" providerId="ADAL" clId="{C0567F79-FCE1-454A-B646-3E372E6BFE8A}"/>
    <pc:docChg chg="modSld">
      <pc:chgData name="Lachlan New" userId="e25c8c40-537b-4667-bc1c-0dad52481a5c" providerId="ADAL" clId="{C0567F79-FCE1-454A-B646-3E372E6BFE8A}" dt="2026-03-31T01:00:53.145" v="132" actId="14100"/>
      <pc:docMkLst>
        <pc:docMk/>
      </pc:docMkLst>
      <pc:sldChg chg="addSp modSp mod">
        <pc:chgData name="Lachlan New" userId="e25c8c40-537b-4667-bc1c-0dad52481a5c" providerId="ADAL" clId="{C0567F79-FCE1-454A-B646-3E372E6BFE8A}" dt="2026-03-31T01:00:53.145" v="132" actId="14100"/>
        <pc:sldMkLst>
          <pc:docMk/>
          <pc:sldMk cId="1501046503" sldId="256"/>
        </pc:sldMkLst>
        <pc:spChg chg="mod">
          <ac:chgData name="Lachlan New" userId="e25c8c40-537b-4667-bc1c-0dad52481a5c" providerId="ADAL" clId="{C0567F79-FCE1-454A-B646-3E372E6BFE8A}" dt="2026-03-31T00:59:57.390" v="13" actId="1076"/>
          <ac:spMkLst>
            <pc:docMk/>
            <pc:sldMk cId="1501046503" sldId="256"/>
            <ac:spMk id="5" creationId="{93DAB2D1-7F9D-4950-4342-2CAD8EFBB43C}"/>
          </ac:spMkLst>
        </pc:spChg>
        <pc:spChg chg="mod">
          <ac:chgData name="Lachlan New" userId="e25c8c40-537b-4667-bc1c-0dad52481a5c" providerId="ADAL" clId="{C0567F79-FCE1-454A-B646-3E372E6BFE8A}" dt="2026-03-31T00:59:53.500" v="12" actId="1076"/>
          <ac:spMkLst>
            <pc:docMk/>
            <pc:sldMk cId="1501046503" sldId="256"/>
            <ac:spMk id="6" creationId="{AF826BB2-FD03-E5A2-689D-75602FBE63AE}"/>
          </ac:spMkLst>
        </pc:spChg>
        <pc:spChg chg="mod">
          <ac:chgData name="Lachlan New" userId="e25c8c40-537b-4667-bc1c-0dad52481a5c" providerId="ADAL" clId="{C0567F79-FCE1-454A-B646-3E372E6BFE8A}" dt="2026-03-31T00:59:50.919" v="11" actId="1076"/>
          <ac:spMkLst>
            <pc:docMk/>
            <pc:sldMk cId="1501046503" sldId="256"/>
            <ac:spMk id="11" creationId="{23B02044-58F9-395C-2252-1AC4B625D077}"/>
          </ac:spMkLst>
        </pc:spChg>
        <pc:spChg chg="mod">
          <ac:chgData name="Lachlan New" userId="e25c8c40-537b-4667-bc1c-0dad52481a5c" providerId="ADAL" clId="{C0567F79-FCE1-454A-B646-3E372E6BFE8A}" dt="2026-03-31T00:59:27.161" v="5" actId="20577"/>
          <ac:spMkLst>
            <pc:docMk/>
            <pc:sldMk cId="1501046503" sldId="256"/>
            <ac:spMk id="12" creationId="{1A715F9E-80CE-431A-5E60-273BE9E79A94}"/>
          </ac:spMkLst>
        </pc:spChg>
        <pc:spChg chg="mod">
          <ac:chgData name="Lachlan New" userId="e25c8c40-537b-4667-bc1c-0dad52481a5c" providerId="ADAL" clId="{C0567F79-FCE1-454A-B646-3E372E6BFE8A}" dt="2026-03-31T00:59:33.210" v="6" actId="1076"/>
          <ac:spMkLst>
            <pc:docMk/>
            <pc:sldMk cId="1501046503" sldId="256"/>
            <ac:spMk id="13" creationId="{95D83312-743A-7A7F-3068-615F1B6211C6}"/>
          </ac:spMkLst>
        </pc:spChg>
        <pc:spChg chg="mod">
          <ac:chgData name="Lachlan New" userId="e25c8c40-537b-4667-bc1c-0dad52481a5c" providerId="ADAL" clId="{C0567F79-FCE1-454A-B646-3E372E6BFE8A}" dt="2026-03-31T00:59:47.892" v="10" actId="1076"/>
          <ac:spMkLst>
            <pc:docMk/>
            <pc:sldMk cId="1501046503" sldId="256"/>
            <ac:spMk id="14" creationId="{3E62A7B5-F75C-96EC-3B47-39975FBDC983}"/>
          </ac:spMkLst>
        </pc:spChg>
        <pc:spChg chg="mod">
          <ac:chgData name="Lachlan New" userId="e25c8c40-537b-4667-bc1c-0dad52481a5c" providerId="ADAL" clId="{C0567F79-FCE1-454A-B646-3E372E6BFE8A}" dt="2026-03-31T00:59:38.414" v="7" actId="1076"/>
          <ac:spMkLst>
            <pc:docMk/>
            <pc:sldMk cId="1501046503" sldId="256"/>
            <ac:spMk id="15" creationId="{D1884538-606C-8178-7F95-BA49AAF56A2E}"/>
          </ac:spMkLst>
        </pc:spChg>
        <pc:spChg chg="mod">
          <ac:chgData name="Lachlan New" userId="e25c8c40-537b-4667-bc1c-0dad52481a5c" providerId="ADAL" clId="{C0567F79-FCE1-454A-B646-3E372E6BFE8A}" dt="2026-03-31T00:59:44.520" v="9" actId="1076"/>
          <ac:spMkLst>
            <pc:docMk/>
            <pc:sldMk cId="1501046503" sldId="256"/>
            <ac:spMk id="16" creationId="{0EDA730C-4966-8882-BF4D-912D7E994FDC}"/>
          </ac:spMkLst>
        </pc:spChg>
        <pc:spChg chg="add mod">
          <ac:chgData name="Lachlan New" userId="e25c8c40-537b-4667-bc1c-0dad52481a5c" providerId="ADAL" clId="{C0567F79-FCE1-454A-B646-3E372E6BFE8A}" dt="2026-03-31T01:00:37.549" v="128" actId="14100"/>
          <ac:spMkLst>
            <pc:docMk/>
            <pc:sldMk cId="1501046503" sldId="256"/>
            <ac:spMk id="31" creationId="{1CAE4242-CFCB-943E-802C-E18C9840D611}"/>
          </ac:spMkLst>
        </pc:spChg>
        <pc:cxnChg chg="mod">
          <ac:chgData name="Lachlan New" userId="e25c8c40-537b-4667-bc1c-0dad52481a5c" providerId="ADAL" clId="{C0567F79-FCE1-454A-B646-3E372E6BFE8A}" dt="2026-03-31T01:00:00.400" v="14" actId="14100"/>
          <ac:cxnSpMkLst>
            <pc:docMk/>
            <pc:sldMk cId="1501046503" sldId="256"/>
            <ac:cxnSpMk id="22" creationId="{5FE59C90-9F7A-53AF-EC6F-F443829CE7A5}"/>
          </ac:cxnSpMkLst>
        </pc:cxnChg>
        <pc:cxnChg chg="mod">
          <ac:chgData name="Lachlan New" userId="e25c8c40-537b-4667-bc1c-0dad52481a5c" providerId="ADAL" clId="{C0567F79-FCE1-454A-B646-3E372E6BFE8A}" dt="2026-03-31T00:59:33.210" v="6" actId="1076"/>
          <ac:cxnSpMkLst>
            <pc:docMk/>
            <pc:sldMk cId="1501046503" sldId="256"/>
            <ac:cxnSpMk id="23" creationId="{B71A3A07-7F44-9E6C-D2F4-44CFDC3146C5}"/>
          </ac:cxnSpMkLst>
        </pc:cxnChg>
        <pc:cxnChg chg="mod">
          <ac:chgData name="Lachlan New" userId="e25c8c40-537b-4667-bc1c-0dad52481a5c" providerId="ADAL" clId="{C0567F79-FCE1-454A-B646-3E372E6BFE8A}" dt="2026-03-31T00:59:53.500" v="12" actId="1076"/>
          <ac:cxnSpMkLst>
            <pc:docMk/>
            <pc:sldMk cId="1501046503" sldId="256"/>
            <ac:cxnSpMk id="24" creationId="{9EE884E8-34A5-EE8D-FD26-D3ED72C9008D}"/>
          </ac:cxnSpMkLst>
        </pc:cxnChg>
        <pc:cxnChg chg="mod">
          <ac:chgData name="Lachlan New" userId="e25c8c40-537b-4667-bc1c-0dad52481a5c" providerId="ADAL" clId="{C0567F79-FCE1-454A-B646-3E372E6BFE8A}" dt="2026-03-31T00:59:50.919" v="11" actId="1076"/>
          <ac:cxnSpMkLst>
            <pc:docMk/>
            <pc:sldMk cId="1501046503" sldId="256"/>
            <ac:cxnSpMk id="26" creationId="{7294B2F3-7C1C-7C2E-4325-9C5141A317E9}"/>
          </ac:cxnSpMkLst>
        </pc:cxnChg>
        <pc:cxnChg chg="mod">
          <ac:chgData name="Lachlan New" userId="e25c8c40-537b-4667-bc1c-0dad52481a5c" providerId="ADAL" clId="{C0567F79-FCE1-454A-B646-3E372E6BFE8A}" dt="2026-03-31T00:59:47.892" v="10" actId="1076"/>
          <ac:cxnSpMkLst>
            <pc:docMk/>
            <pc:sldMk cId="1501046503" sldId="256"/>
            <ac:cxnSpMk id="28" creationId="{350F0790-50C3-182B-0546-1F92A5209C81}"/>
          </ac:cxnSpMkLst>
        </pc:cxnChg>
        <pc:cxnChg chg="mod">
          <ac:chgData name="Lachlan New" userId="e25c8c40-537b-4667-bc1c-0dad52481a5c" providerId="ADAL" clId="{C0567F79-FCE1-454A-B646-3E372E6BFE8A}" dt="2026-03-31T00:59:38.414" v="7" actId="1076"/>
          <ac:cxnSpMkLst>
            <pc:docMk/>
            <pc:sldMk cId="1501046503" sldId="256"/>
            <ac:cxnSpMk id="30" creationId="{027A9D8F-D59A-182E-C140-9EDA6FFF0BCA}"/>
          </ac:cxnSpMkLst>
        </pc:cxnChg>
        <pc:cxnChg chg="add mod">
          <ac:chgData name="Lachlan New" userId="e25c8c40-537b-4667-bc1c-0dad52481a5c" providerId="ADAL" clId="{C0567F79-FCE1-454A-B646-3E372E6BFE8A}" dt="2026-03-31T01:00:53.145" v="132" actId="14100"/>
          <ac:cxnSpMkLst>
            <pc:docMk/>
            <pc:sldMk cId="1501046503" sldId="256"/>
            <ac:cxnSpMk id="32" creationId="{2BD8C23D-38F8-C772-4750-417A144917DD}"/>
          </ac:cxnSpMkLst>
        </pc:cxnChg>
        <pc:cxnChg chg="mod">
          <ac:chgData name="Lachlan New" userId="e25c8c40-537b-4667-bc1c-0dad52481a5c" providerId="ADAL" clId="{C0567F79-FCE1-454A-B646-3E372E6BFE8A}" dt="2026-03-31T00:59:41.231" v="8" actId="14100"/>
          <ac:cxnSpMkLst>
            <pc:docMk/>
            <pc:sldMk cId="1501046503" sldId="256"/>
            <ac:cxnSpMk id="40" creationId="{E629529A-120F-49C2-0FD4-223F56196426}"/>
          </ac:cxnSpMkLst>
        </pc:cxnChg>
      </pc:sldChg>
    </pc:docChg>
  </pc:docChgLst>
  <pc:docChgLst>
    <pc:chgData name="Lachlan New" userId="2e0ed798c0fb3190" providerId="LiveId" clId="{C0567F79-FCE1-454A-B646-3E372E6BFE8A}"/>
    <pc:docChg chg="custSel modSld">
      <pc:chgData name="Lachlan New" userId="2e0ed798c0fb3190" providerId="LiveId" clId="{C0567F79-FCE1-454A-B646-3E372E6BFE8A}" dt="2026-03-20T04:11:11.655" v="766" actId="11529"/>
      <pc:docMkLst>
        <pc:docMk/>
      </pc:docMkLst>
      <pc:sldChg chg="addSp delSp modSp mod">
        <pc:chgData name="Lachlan New" userId="2e0ed798c0fb3190" providerId="LiveId" clId="{C0567F79-FCE1-454A-B646-3E372E6BFE8A}" dt="2026-03-20T04:11:11.655" v="766" actId="11529"/>
        <pc:sldMkLst>
          <pc:docMk/>
          <pc:sldMk cId="1501046503" sldId="256"/>
        </pc:sldMkLst>
        <pc:spChg chg="mod">
          <ac:chgData name="Lachlan New" userId="2e0ed798c0fb3190" providerId="LiveId" clId="{C0567F79-FCE1-454A-B646-3E372E6BFE8A}" dt="2026-03-20T03:02:46.890" v="4" actId="1076"/>
          <ac:spMkLst>
            <pc:docMk/>
            <pc:sldMk cId="1501046503" sldId="256"/>
            <ac:spMk id="6" creationId="{AF826BB2-FD03-E5A2-689D-75602FBE63AE}"/>
          </ac:spMkLst>
        </pc:spChg>
        <pc:spChg chg="add mod">
          <ac:chgData name="Lachlan New" userId="2e0ed798c0fb3190" providerId="LiveId" clId="{C0567F79-FCE1-454A-B646-3E372E6BFE8A}" dt="2026-03-20T03:05:52.081" v="72" actId="1076"/>
          <ac:spMkLst>
            <pc:docMk/>
            <pc:sldMk cId="1501046503" sldId="256"/>
            <ac:spMk id="11" creationId="{23B02044-58F9-395C-2252-1AC4B625D077}"/>
          </ac:spMkLst>
        </pc:spChg>
        <pc:spChg chg="add mod">
          <ac:chgData name="Lachlan New" userId="2e0ed798c0fb3190" providerId="LiveId" clId="{C0567F79-FCE1-454A-B646-3E372E6BFE8A}" dt="2026-03-20T03:09:01.622" v="94" actId="20577"/>
          <ac:spMkLst>
            <pc:docMk/>
            <pc:sldMk cId="1501046503" sldId="256"/>
            <ac:spMk id="12" creationId="{1A715F9E-80CE-431A-5E60-273BE9E79A94}"/>
          </ac:spMkLst>
        </pc:spChg>
        <pc:spChg chg="add mod">
          <ac:chgData name="Lachlan New" userId="2e0ed798c0fb3190" providerId="LiveId" clId="{C0567F79-FCE1-454A-B646-3E372E6BFE8A}" dt="2026-03-20T03:09:18.294" v="100" actId="1076"/>
          <ac:spMkLst>
            <pc:docMk/>
            <pc:sldMk cId="1501046503" sldId="256"/>
            <ac:spMk id="13" creationId="{95D83312-743A-7A7F-3068-615F1B6211C6}"/>
          </ac:spMkLst>
        </pc:spChg>
        <pc:spChg chg="add mod">
          <ac:chgData name="Lachlan New" userId="2e0ed798c0fb3190" providerId="LiveId" clId="{C0567F79-FCE1-454A-B646-3E372E6BFE8A}" dt="2026-03-20T03:24:06.044" v="167" actId="20577"/>
          <ac:spMkLst>
            <pc:docMk/>
            <pc:sldMk cId="1501046503" sldId="256"/>
            <ac:spMk id="14" creationId="{3E62A7B5-F75C-96EC-3B47-39975FBDC983}"/>
          </ac:spMkLst>
        </pc:spChg>
        <pc:spChg chg="add mod">
          <ac:chgData name="Lachlan New" userId="2e0ed798c0fb3190" providerId="LiveId" clId="{C0567F79-FCE1-454A-B646-3E372E6BFE8A}" dt="2026-03-20T03:40:35.612" v="273" actId="20577"/>
          <ac:spMkLst>
            <pc:docMk/>
            <pc:sldMk cId="1501046503" sldId="256"/>
            <ac:spMk id="15" creationId="{D1884538-606C-8178-7F95-BA49AAF56A2E}"/>
          </ac:spMkLst>
        </pc:spChg>
        <pc:spChg chg="add mod">
          <ac:chgData name="Lachlan New" userId="2e0ed798c0fb3190" providerId="LiveId" clId="{C0567F79-FCE1-454A-B646-3E372E6BFE8A}" dt="2026-03-20T03:47:32.579" v="439" actId="14100"/>
          <ac:spMkLst>
            <pc:docMk/>
            <pc:sldMk cId="1501046503" sldId="256"/>
            <ac:spMk id="16" creationId="{0EDA730C-4966-8882-BF4D-912D7E994FDC}"/>
          </ac:spMkLst>
        </pc:spChg>
        <pc:spChg chg="add mod">
          <ac:chgData name="Lachlan New" userId="2e0ed798c0fb3190" providerId="LiveId" clId="{C0567F79-FCE1-454A-B646-3E372E6BFE8A}" dt="2026-03-20T03:57:06.103" v="758" actId="1076"/>
          <ac:spMkLst>
            <pc:docMk/>
            <pc:sldMk cId="1501046503" sldId="256"/>
            <ac:spMk id="17" creationId="{DA803B9C-2074-543F-9194-9AD8AA6E5B73}"/>
          </ac:spMkLst>
        </pc:spChg>
        <pc:spChg chg="add mod">
          <ac:chgData name="Lachlan New" userId="2e0ed798c0fb3190" providerId="LiveId" clId="{C0567F79-FCE1-454A-B646-3E372E6BFE8A}" dt="2026-03-20T03:57:09.845" v="759" actId="1076"/>
          <ac:spMkLst>
            <pc:docMk/>
            <pc:sldMk cId="1501046503" sldId="256"/>
            <ac:spMk id="19" creationId="{CE53095D-B641-9F48-AF6D-361B3F2CEAC1}"/>
          </ac:spMkLst>
        </pc:spChg>
        <pc:spChg chg="add mod">
          <ac:chgData name="Lachlan New" userId="2e0ed798c0fb3190" providerId="LiveId" clId="{C0567F79-FCE1-454A-B646-3E372E6BFE8A}" dt="2026-03-20T03:57:00.474" v="756" actId="1076"/>
          <ac:spMkLst>
            <pc:docMk/>
            <pc:sldMk cId="1501046503" sldId="256"/>
            <ac:spMk id="20" creationId="{A693C9C4-C6C3-B1F4-5ED9-6E52E6643EEF}"/>
          </ac:spMkLst>
        </pc:spChg>
        <pc:cxnChg chg="add">
          <ac:chgData name="Lachlan New" userId="2e0ed798c0fb3190" providerId="LiveId" clId="{C0567F79-FCE1-454A-B646-3E372E6BFE8A}" dt="2026-03-20T04:10:33.325" v="760" actId="11529"/>
          <ac:cxnSpMkLst>
            <pc:docMk/>
            <pc:sldMk cId="1501046503" sldId="256"/>
            <ac:cxnSpMk id="22" creationId="{5FE59C90-9F7A-53AF-EC6F-F443829CE7A5}"/>
          </ac:cxnSpMkLst>
        </pc:cxnChg>
        <pc:cxnChg chg="add">
          <ac:chgData name="Lachlan New" userId="2e0ed798c0fb3190" providerId="LiveId" clId="{C0567F79-FCE1-454A-B646-3E372E6BFE8A}" dt="2026-03-20T04:10:43.016" v="761" actId="11529"/>
          <ac:cxnSpMkLst>
            <pc:docMk/>
            <pc:sldMk cId="1501046503" sldId="256"/>
            <ac:cxnSpMk id="24" creationId="{9EE884E8-34A5-EE8D-FD26-D3ED72C9008D}"/>
          </ac:cxnSpMkLst>
        </pc:cxnChg>
        <pc:cxnChg chg="add">
          <ac:chgData name="Lachlan New" userId="2e0ed798c0fb3190" providerId="LiveId" clId="{C0567F79-FCE1-454A-B646-3E372E6BFE8A}" dt="2026-03-20T04:10:48.129" v="762" actId="11529"/>
          <ac:cxnSpMkLst>
            <pc:docMk/>
            <pc:sldMk cId="1501046503" sldId="256"/>
            <ac:cxnSpMk id="26" creationId="{7294B2F3-7C1C-7C2E-4325-9C5141A317E9}"/>
          </ac:cxnSpMkLst>
        </pc:cxnChg>
        <pc:cxnChg chg="add">
          <ac:chgData name="Lachlan New" userId="2e0ed798c0fb3190" providerId="LiveId" clId="{C0567F79-FCE1-454A-B646-3E372E6BFE8A}" dt="2026-03-20T04:10:53.095" v="763" actId="11529"/>
          <ac:cxnSpMkLst>
            <pc:docMk/>
            <pc:sldMk cId="1501046503" sldId="256"/>
            <ac:cxnSpMk id="28" creationId="{350F0790-50C3-182B-0546-1F92A5209C81}"/>
          </ac:cxnSpMkLst>
        </pc:cxnChg>
        <pc:cxnChg chg="add">
          <ac:chgData name="Lachlan New" userId="2e0ed798c0fb3190" providerId="LiveId" clId="{C0567F79-FCE1-454A-B646-3E372E6BFE8A}" dt="2026-03-20T04:10:59.016" v="764" actId="11529"/>
          <ac:cxnSpMkLst>
            <pc:docMk/>
            <pc:sldMk cId="1501046503" sldId="256"/>
            <ac:cxnSpMk id="30" creationId="{027A9D8F-D59A-182E-C140-9EDA6FFF0BCA}"/>
          </ac:cxnSpMkLst>
        </pc:cxnChg>
        <pc:cxnChg chg="add">
          <ac:chgData name="Lachlan New" userId="2e0ed798c0fb3190" providerId="LiveId" clId="{C0567F79-FCE1-454A-B646-3E372E6BFE8A}" dt="2026-03-20T04:11:11.655" v="766" actId="11529"/>
          <ac:cxnSpMkLst>
            <pc:docMk/>
            <pc:sldMk cId="1501046503" sldId="256"/>
            <ac:cxnSpMk id="34" creationId="{1D477FB0-C079-681B-BB5B-884681C13DD0}"/>
          </ac:cxnSpMkLst>
        </pc:cxnChg>
      </pc:sldChg>
    </pc:docChg>
  </pc:docChgLst>
  <pc:docChgLst>
    <pc:chgData name="Lachlan New" userId="2e0ed798c0fb3190" providerId="LiveId" clId="{C8DF757C-0FCC-460D-BA18-5DEC19B7C437}"/>
    <pc:docChg chg="modSld">
      <pc:chgData name="Lachlan New" userId="2e0ed798c0fb3190" providerId="LiveId" clId="{C8DF757C-0FCC-460D-BA18-5DEC19B7C437}" dt="2026-03-23T06:46:45.269" v="225" actId="20577"/>
      <pc:docMkLst>
        <pc:docMk/>
      </pc:docMkLst>
      <pc:sldChg chg="addSp modSp mod">
        <pc:chgData name="Lachlan New" userId="2e0ed798c0fb3190" providerId="LiveId" clId="{C8DF757C-0FCC-460D-BA18-5DEC19B7C437}" dt="2026-03-23T06:46:45.269" v="225" actId="20577"/>
        <pc:sldMkLst>
          <pc:docMk/>
          <pc:sldMk cId="1501046503" sldId="256"/>
        </pc:sldMkLst>
        <pc:spChg chg="add mod">
          <ac:chgData name="Lachlan New" userId="2e0ed798c0fb3190" providerId="LiveId" clId="{C8DF757C-0FCC-460D-BA18-5DEC19B7C437}" dt="2026-03-23T06:46:01.665" v="150" actId="20577"/>
          <ac:spMkLst>
            <pc:docMk/>
            <pc:sldMk cId="1501046503" sldId="256"/>
            <ac:spMk id="4" creationId="{65C46021-65C3-D922-7E90-AD8DA963869B}"/>
          </ac:spMkLst>
        </pc:spChg>
        <pc:spChg chg="mod">
          <ac:chgData name="Lachlan New" userId="2e0ed798c0fb3190" providerId="LiveId" clId="{C8DF757C-0FCC-460D-BA18-5DEC19B7C437}" dt="2026-03-23T06:46:45.269" v="225" actId="20577"/>
          <ac:spMkLst>
            <pc:docMk/>
            <pc:sldMk cId="1501046503" sldId="256"/>
            <ac:spMk id="12" creationId="{1A715F9E-80CE-431A-5E60-273BE9E79A94}"/>
          </ac:spMkLst>
        </pc:spChg>
        <pc:spChg chg="mod">
          <ac:chgData name="Lachlan New" userId="2e0ed798c0fb3190" providerId="LiveId" clId="{C8DF757C-0FCC-460D-BA18-5DEC19B7C437}" dt="2026-03-23T06:45:30.632" v="92" actId="20577"/>
          <ac:spMkLst>
            <pc:docMk/>
            <pc:sldMk cId="1501046503" sldId="256"/>
            <ac:spMk id="20" creationId="{A693C9C4-C6C3-B1F4-5ED9-6E52E6643EEF}"/>
          </ac:spMkLst>
        </pc:spChg>
      </pc:sldChg>
    </pc:docChg>
  </pc:docChgLst>
  <pc:docChgLst>
    <pc:chgData name="Lachlan New" userId="2e0ed798c0fb3190" providerId="LiveId" clId="{1093561A-18C3-33B6-83F9-8B4215CE2293}"/>
    <pc:docChg chg="undo custSel addSld delSld modSld">
      <pc:chgData name="Lachlan New" userId="2e0ed798c0fb3190" providerId="LiveId" clId="{1093561A-18C3-33B6-83F9-8B4215CE2293}" dt="2026-03-24T00:30:39.089" v="578" actId="478"/>
      <pc:docMkLst>
        <pc:docMk/>
      </pc:docMkLst>
      <pc:sldChg chg="addSp delSp modSp mod">
        <pc:chgData name="Lachlan New" userId="2e0ed798c0fb3190" providerId="LiveId" clId="{1093561A-18C3-33B6-83F9-8B4215CE2293}" dt="2026-03-24T00:30:39.089" v="578" actId="478"/>
        <pc:sldMkLst>
          <pc:docMk/>
          <pc:sldMk cId="1501046503" sldId="256"/>
        </pc:sldMkLst>
        <pc:spChg chg="mod">
          <ac:chgData name="Lachlan New" userId="2e0ed798c0fb3190" providerId="LiveId" clId="{1093561A-18C3-33B6-83F9-8B4215CE2293}" dt="2026-03-24T00:28:15.337" v="560" actId="1076"/>
          <ac:spMkLst>
            <pc:docMk/>
            <pc:sldMk cId="1501046503" sldId="256"/>
            <ac:spMk id="4" creationId="{65C46021-65C3-D922-7E90-AD8DA963869B}"/>
          </ac:spMkLst>
        </pc:spChg>
        <pc:spChg chg="mod">
          <ac:chgData name="Lachlan New" userId="2e0ed798c0fb3190" providerId="LiveId" clId="{1093561A-18C3-33B6-83F9-8B4215CE2293}" dt="2026-03-23T23:32:19.598" v="269" actId="1076"/>
          <ac:spMkLst>
            <pc:docMk/>
            <pc:sldMk cId="1501046503" sldId="256"/>
            <ac:spMk id="6" creationId="{AF826BB2-FD03-E5A2-689D-75602FBE63AE}"/>
          </ac:spMkLst>
        </pc:spChg>
        <pc:spChg chg="mod">
          <ac:chgData name="Lachlan New" userId="2e0ed798c0fb3190" providerId="LiveId" clId="{1093561A-18C3-33B6-83F9-8B4215CE2293}" dt="2026-03-23T23:32:23.987" v="270" actId="1076"/>
          <ac:spMkLst>
            <pc:docMk/>
            <pc:sldMk cId="1501046503" sldId="256"/>
            <ac:spMk id="11" creationId="{23B02044-58F9-395C-2252-1AC4B625D077}"/>
          </ac:spMkLst>
        </pc:spChg>
        <pc:spChg chg="mod">
          <ac:chgData name="Lachlan New" userId="2e0ed798c0fb3190" providerId="LiveId" clId="{1093561A-18C3-33B6-83F9-8B4215CE2293}" dt="2026-03-24T00:28:19.403" v="561" actId="1076"/>
          <ac:spMkLst>
            <pc:docMk/>
            <pc:sldMk cId="1501046503" sldId="256"/>
            <ac:spMk id="12" creationId="{1A715F9E-80CE-431A-5E60-273BE9E79A94}"/>
          </ac:spMkLst>
        </pc:spChg>
        <pc:spChg chg="mod">
          <ac:chgData name="Lachlan New" userId="2e0ed798c0fb3190" providerId="LiveId" clId="{1093561A-18C3-33B6-83F9-8B4215CE2293}" dt="2026-03-24T00:29:08.190" v="574" actId="1076"/>
          <ac:spMkLst>
            <pc:docMk/>
            <pc:sldMk cId="1501046503" sldId="256"/>
            <ac:spMk id="13" creationId="{95D83312-743A-7A7F-3068-615F1B6211C6}"/>
          </ac:spMkLst>
        </pc:spChg>
        <pc:spChg chg="mod">
          <ac:chgData name="Lachlan New" userId="2e0ed798c0fb3190" providerId="LiveId" clId="{1093561A-18C3-33B6-83F9-8B4215CE2293}" dt="2026-03-23T23:32:27.876" v="271" actId="1076"/>
          <ac:spMkLst>
            <pc:docMk/>
            <pc:sldMk cId="1501046503" sldId="256"/>
            <ac:spMk id="14" creationId="{3E62A7B5-F75C-96EC-3B47-39975FBDC983}"/>
          </ac:spMkLst>
        </pc:spChg>
        <pc:spChg chg="mod">
          <ac:chgData name="Lachlan New" userId="2e0ed798c0fb3190" providerId="LiveId" clId="{1093561A-18C3-33B6-83F9-8B4215CE2293}" dt="2026-03-23T23:32:50.181" v="279" actId="14100"/>
          <ac:spMkLst>
            <pc:docMk/>
            <pc:sldMk cId="1501046503" sldId="256"/>
            <ac:spMk id="15" creationId="{D1884538-606C-8178-7F95-BA49AAF56A2E}"/>
          </ac:spMkLst>
        </pc:spChg>
        <pc:spChg chg="mod">
          <ac:chgData name="Lachlan New" userId="2e0ed798c0fb3190" providerId="LiveId" clId="{1093561A-18C3-33B6-83F9-8B4215CE2293}" dt="2026-03-24T00:26:15.997" v="557" actId="20577"/>
          <ac:spMkLst>
            <pc:docMk/>
            <pc:sldMk cId="1501046503" sldId="256"/>
            <ac:spMk id="16" creationId="{0EDA730C-4966-8882-BF4D-912D7E994FDC}"/>
          </ac:spMkLst>
        </pc:spChg>
        <pc:spChg chg="mod">
          <ac:chgData name="Lachlan New" userId="2e0ed798c0fb3190" providerId="LiveId" clId="{1093561A-18C3-33B6-83F9-8B4215CE2293}" dt="2026-03-23T23:36:55.481" v="390" actId="20577"/>
          <ac:spMkLst>
            <pc:docMk/>
            <pc:sldMk cId="1501046503" sldId="256"/>
            <ac:spMk id="17" creationId="{DA803B9C-2074-543F-9194-9AD8AA6E5B73}"/>
          </ac:spMkLst>
        </pc:spChg>
        <pc:spChg chg="mod">
          <ac:chgData name="Lachlan New" userId="2e0ed798c0fb3190" providerId="LiveId" clId="{1093561A-18C3-33B6-83F9-8B4215CE2293}" dt="2026-03-23T23:40:16.395" v="433" actId="14100"/>
          <ac:spMkLst>
            <pc:docMk/>
            <pc:sldMk cId="1501046503" sldId="256"/>
            <ac:spMk id="19" creationId="{CE53095D-B641-9F48-AF6D-361B3F2CEAC1}"/>
          </ac:spMkLst>
        </pc:spChg>
        <pc:spChg chg="mod">
          <ac:chgData name="Lachlan New" userId="2e0ed798c0fb3190" providerId="LiveId" clId="{1093561A-18C3-33B6-83F9-8B4215CE2293}" dt="2026-03-24T00:28:10.580" v="558" actId="1076"/>
          <ac:spMkLst>
            <pc:docMk/>
            <pc:sldMk cId="1501046503" sldId="256"/>
            <ac:spMk id="20" creationId="{A693C9C4-C6C3-B1F4-5ED9-6E52E6643EEF}"/>
          </ac:spMkLst>
        </pc:spChg>
        <pc:cxnChg chg="add mod">
          <ac:chgData name="Lachlan New" userId="2e0ed798c0fb3190" providerId="LiveId" clId="{1093561A-18C3-33B6-83F9-8B4215CE2293}" dt="2026-03-24T00:28:29.833" v="564" actId="14100"/>
          <ac:cxnSpMkLst>
            <pc:docMk/>
            <pc:sldMk cId="1501046503" sldId="256"/>
            <ac:cxnSpMk id="2" creationId="{44926F0D-A368-A065-F5CE-DE618D318732}"/>
          </ac:cxnSpMkLst>
        </pc:cxnChg>
        <pc:cxnChg chg="add mod">
          <ac:chgData name="Lachlan New" userId="2e0ed798c0fb3190" providerId="LiveId" clId="{1093561A-18C3-33B6-83F9-8B4215CE2293}" dt="2026-03-24T00:28:52.284" v="570" actId="14100"/>
          <ac:cxnSpMkLst>
            <pc:docMk/>
            <pc:sldMk cId="1501046503" sldId="256"/>
            <ac:cxnSpMk id="7" creationId="{4A3C68E4-2CDC-7AD5-D327-804991F426C2}"/>
          </ac:cxnSpMkLst>
        </pc:cxnChg>
        <pc:cxnChg chg="add mod">
          <ac:chgData name="Lachlan New" userId="2e0ed798c0fb3190" providerId="LiveId" clId="{1093561A-18C3-33B6-83F9-8B4215CE2293}" dt="2026-03-24T00:29:02.490" v="573" actId="14100"/>
          <ac:cxnSpMkLst>
            <pc:docMk/>
            <pc:sldMk cId="1501046503" sldId="256"/>
            <ac:cxnSpMk id="18" creationId="{C89D6593-1CE3-BD6E-4BC1-8555DEB61B2F}"/>
          </ac:cxnSpMkLst>
        </pc:cxnChg>
        <pc:cxnChg chg="mod">
          <ac:chgData name="Lachlan New" userId="2e0ed798c0fb3190" providerId="LiveId" clId="{1093561A-18C3-33B6-83F9-8B4215CE2293}" dt="2026-03-23T23:32:19.598" v="269" actId="1076"/>
          <ac:cxnSpMkLst>
            <pc:docMk/>
            <pc:sldMk cId="1501046503" sldId="256"/>
            <ac:cxnSpMk id="22" creationId="{5FE59C90-9F7A-53AF-EC6F-F443829CE7A5}"/>
          </ac:cxnSpMkLst>
        </pc:cxnChg>
        <pc:cxnChg chg="add mod">
          <ac:chgData name="Lachlan New" userId="2e0ed798c0fb3190" providerId="LiveId" clId="{1093561A-18C3-33B6-83F9-8B4215CE2293}" dt="2026-03-24T00:29:15.750" v="577" actId="14100"/>
          <ac:cxnSpMkLst>
            <pc:docMk/>
            <pc:sldMk cId="1501046503" sldId="256"/>
            <ac:cxnSpMk id="23" creationId="{B71A3A07-7F44-9E6C-D2F4-44CFDC3146C5}"/>
          </ac:cxnSpMkLst>
        </pc:cxnChg>
        <pc:cxnChg chg="mod">
          <ac:chgData name="Lachlan New" userId="2e0ed798c0fb3190" providerId="LiveId" clId="{1093561A-18C3-33B6-83F9-8B4215CE2293}" dt="2026-03-23T23:32:23.987" v="270" actId="1076"/>
          <ac:cxnSpMkLst>
            <pc:docMk/>
            <pc:sldMk cId="1501046503" sldId="256"/>
            <ac:cxnSpMk id="24" creationId="{9EE884E8-34A5-EE8D-FD26-D3ED72C9008D}"/>
          </ac:cxnSpMkLst>
        </pc:cxnChg>
        <pc:cxnChg chg="mod">
          <ac:chgData name="Lachlan New" userId="2e0ed798c0fb3190" providerId="LiveId" clId="{1093561A-18C3-33B6-83F9-8B4215CE2293}" dt="2026-03-23T23:32:27.876" v="271" actId="1076"/>
          <ac:cxnSpMkLst>
            <pc:docMk/>
            <pc:sldMk cId="1501046503" sldId="256"/>
            <ac:cxnSpMk id="26" creationId="{7294B2F3-7C1C-7C2E-4325-9C5141A317E9}"/>
          </ac:cxnSpMkLst>
        </pc:cxnChg>
        <pc:cxnChg chg="mod">
          <ac:chgData name="Lachlan New" userId="2e0ed798c0fb3190" providerId="LiveId" clId="{1093561A-18C3-33B6-83F9-8B4215CE2293}" dt="2026-03-23T23:32:27.876" v="271" actId="1076"/>
          <ac:cxnSpMkLst>
            <pc:docMk/>
            <pc:sldMk cId="1501046503" sldId="256"/>
            <ac:cxnSpMk id="28" creationId="{350F0790-50C3-182B-0546-1F92A5209C81}"/>
          </ac:cxnSpMkLst>
        </pc:cxnChg>
        <pc:cxnChg chg="mod">
          <ac:chgData name="Lachlan New" userId="2e0ed798c0fb3190" providerId="LiveId" clId="{1093561A-18C3-33B6-83F9-8B4215CE2293}" dt="2026-03-23T23:32:52.995" v="280" actId="14100"/>
          <ac:cxnSpMkLst>
            <pc:docMk/>
            <pc:sldMk cId="1501046503" sldId="256"/>
            <ac:cxnSpMk id="30" creationId="{027A9D8F-D59A-182E-C140-9EDA6FFF0BCA}"/>
          </ac:cxnSpMkLst>
        </pc:cxnChg>
        <pc:cxnChg chg="mod">
          <ac:chgData name="Lachlan New" userId="2e0ed798c0fb3190" providerId="LiveId" clId="{1093561A-18C3-33B6-83F9-8B4215CE2293}" dt="2026-03-23T23:37:02.952" v="391" actId="1076"/>
          <ac:cxnSpMkLst>
            <pc:docMk/>
            <pc:sldMk cId="1501046503" sldId="256"/>
            <ac:cxnSpMk id="34" creationId="{1D477FB0-C079-681B-BB5B-884681C13DD0}"/>
          </ac:cxnSpMkLst>
        </pc:cxnChg>
        <pc:cxnChg chg="add mod">
          <ac:chgData name="Lachlan New" userId="2e0ed798c0fb3190" providerId="LiveId" clId="{1093561A-18C3-33B6-83F9-8B4215CE2293}" dt="2026-03-23T23:34:16.578" v="331" actId="14100"/>
          <ac:cxnSpMkLst>
            <pc:docMk/>
            <pc:sldMk cId="1501046503" sldId="256"/>
            <ac:cxnSpMk id="40" creationId="{E629529A-120F-49C2-0FD4-223F56196426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62845-F97C-1BD5-E2CF-31B8A38FCF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3FFA37-13BE-208B-F422-0A0CE9BDF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A9A05-634A-F62E-99F1-E0FD6513C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ECA4-B498-4291-85A0-2AFE40C21A1C}" type="datetimeFigureOut">
              <a:rPr lang="en-AU" smtClean="0"/>
              <a:t>31/03/2026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E06BF-2073-E4B1-B803-B6EE71E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78203-C0BB-0512-ACCF-C1CA8D021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2DA1-10E9-45E0-8740-570F48EC9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2433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E4749-435D-FD6A-BC75-0E5CC60A5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DD968-1ADE-5EBD-4F5A-07BCB1861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D96B0-17EF-A927-9E24-71F269FD9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ECA4-B498-4291-85A0-2AFE40C21A1C}" type="datetimeFigureOut">
              <a:rPr lang="en-AU" smtClean="0"/>
              <a:t>31/03/2026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AF710-5B5A-5E0D-85FC-7BE2394D1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3BEC1-1A34-B242-2231-224660B3A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2DA1-10E9-45E0-8740-570F48EC9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5675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49651-DAE3-5127-5B1B-5D9E4F106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F4F53-7252-D52E-9739-BCE8EE78A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2C126-B027-6425-E70C-3A617F752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ECA4-B498-4291-85A0-2AFE40C21A1C}" type="datetimeFigureOut">
              <a:rPr lang="en-AU" smtClean="0"/>
              <a:t>31/03/2026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562F6-0638-114E-01EB-9106D6AF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F531B-166C-07DF-7D2B-3CCB58DF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2DA1-10E9-45E0-8740-570F48EC9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2044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FC236-9F08-51CF-68BD-E2647C372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CF2DC-CF89-A4BA-99EB-2D65489DC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3FB778-2B15-929D-0F35-F5B81D5E4C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AA2C4-F6AA-963C-1BB0-B3B0B67DD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ECA4-B498-4291-85A0-2AFE40C21A1C}" type="datetimeFigureOut">
              <a:rPr lang="en-AU" smtClean="0"/>
              <a:t>31/03/2026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FC97A-4733-9349-A1E0-B8B129B89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E5482-7EDB-EDDA-B28E-46B4EE863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2DA1-10E9-45E0-8740-570F48EC9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5163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9781B-EA44-9839-87D8-49687CCA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4E772-CFC6-5F3C-B383-F6E94C9F7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16371-A904-3F78-F702-B1B3D51ED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783B6B-FA19-99B2-4A23-1497DF771B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6A166A-7B76-045D-E92D-1D19E9E308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809D8F-2F76-40DC-DF28-8E509A418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ECA4-B498-4291-85A0-2AFE40C21A1C}" type="datetimeFigureOut">
              <a:rPr lang="en-AU" smtClean="0"/>
              <a:t>31/03/2026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939825-D069-9909-E786-A5270998C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B00893-B931-3A52-9930-9C6DC08A1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2DA1-10E9-45E0-8740-570F48EC9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6884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C09E3-971D-E71C-4467-F8240625D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F3FA8B-28B5-B0FF-6C60-F1E471EEA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ECA4-B498-4291-85A0-2AFE40C21A1C}" type="datetimeFigureOut">
              <a:rPr lang="en-AU" smtClean="0"/>
              <a:t>31/03/2026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90958D-2CAE-B398-FD7C-89F085503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27318-8D3F-CB4A-575A-A54AADE0C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2DA1-10E9-45E0-8740-570F48EC9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1478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C34C13-8446-DA74-BFC1-078A96804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ECA4-B498-4291-85A0-2AFE40C21A1C}" type="datetimeFigureOut">
              <a:rPr lang="en-AU" smtClean="0"/>
              <a:t>31/03/2026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BC1571-CEC7-5825-5A9D-74850DAAE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54719-5223-38BA-01EC-80417E243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2DA1-10E9-45E0-8740-570F48EC9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0737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0E1E9-E4C5-F925-0B4B-09491F3C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66E56-CE00-7040-8CFE-4E9EAED54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565BA8-12DF-83FB-99B7-E4A621E9B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1A21B-FD83-2D7A-2AE6-A2F61608F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ECA4-B498-4291-85A0-2AFE40C21A1C}" type="datetimeFigureOut">
              <a:rPr lang="en-AU" smtClean="0"/>
              <a:t>31/03/2026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E001C-04AB-ECDE-45AE-605A8FC7F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86F30A-1D75-1A76-FB69-BCD353249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2DA1-10E9-45E0-8740-570F48EC9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0453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309A9-7E35-B78D-D2BC-03928DD46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806E46-9D63-2D0F-A868-33EEB5A9C3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73DA1-7D30-0E04-5C61-15154EC5F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09C84-0CF2-0A62-CD26-EA326BBAF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ECA4-B498-4291-85A0-2AFE40C21A1C}" type="datetimeFigureOut">
              <a:rPr lang="en-AU" smtClean="0"/>
              <a:t>31/03/2026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BB617A-C61D-4850-FAA1-EB7C70493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06AB2-3A58-67F9-CCB2-ADF7A7748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2DA1-10E9-45E0-8740-570F48EC9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5053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6F645-7A57-C584-1746-59B3A59F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11E87B-B0E4-3F4E-A332-4D7D57041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C3A8E-73AD-9AB7-3723-7A02C3E29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ECA4-B498-4291-85A0-2AFE40C21A1C}" type="datetimeFigureOut">
              <a:rPr lang="en-AU" smtClean="0"/>
              <a:t>31/03/2026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FCD8A-E71A-1B39-0104-43D3AEBA2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FB58D-9DCB-602C-9823-B5346AC62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2DA1-10E9-45E0-8740-570F48EC9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092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F985F2-DB0D-52DD-325C-ABD18FE1D8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D78817-B4F7-6BFA-F73C-69076A06D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72C12-63E4-4957-A990-D1BE839E6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ECA4-B498-4291-85A0-2AFE40C21A1C}" type="datetimeFigureOut">
              <a:rPr lang="en-AU" smtClean="0"/>
              <a:t>31/03/2026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FEA4E-5CA0-A720-36F5-763CA5859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0500E-E596-B1C6-3628-6ADC9545E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2DA1-10E9-45E0-8740-570F48EC9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303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58D3AD-0B05-D828-33B8-47D60D9B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8D288-F87E-22FD-F9A4-B3293210B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4E035-9990-35BF-AF5D-5603027D4F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84ECA4-B498-4291-85A0-2AFE40C21A1C}" type="datetimeFigureOut">
              <a:rPr lang="en-AU" smtClean="0"/>
              <a:t>31/03/2026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4E843-4F86-E2EF-F6FA-50C8549A86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59C15-E234-AE32-72B0-E58623FC5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8A2DA1-10E9-45E0-8740-570F48EC9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0955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3DAB2D1-7F9D-4950-4342-2CAD8EFBB43C}"/>
              </a:ext>
            </a:extLst>
          </p:cNvPr>
          <p:cNvSpPr/>
          <p:nvPr/>
        </p:nvSpPr>
        <p:spPr>
          <a:xfrm>
            <a:off x="187808" y="779126"/>
            <a:ext cx="943897" cy="7669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Start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826BB2-FD03-E5A2-689D-75602FBE63AE}"/>
              </a:ext>
            </a:extLst>
          </p:cNvPr>
          <p:cNvSpPr/>
          <p:nvPr/>
        </p:nvSpPr>
        <p:spPr>
          <a:xfrm>
            <a:off x="2475538" y="723964"/>
            <a:ext cx="1752556" cy="8772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Scoop servo and arm motor work to locate edge of scoop at edge of dump zone using calculated coordinates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B02044-58F9-395C-2252-1AC4B625D077}"/>
              </a:ext>
            </a:extLst>
          </p:cNvPr>
          <p:cNvSpPr/>
          <p:nvPr/>
        </p:nvSpPr>
        <p:spPr>
          <a:xfrm>
            <a:off x="4495257" y="732252"/>
            <a:ext cx="2019719" cy="8641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Arm extends to push scoop towards opposite edge of dump zone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A715F9E-80CE-431A-5E60-273BE9E79A94}"/>
              </a:ext>
            </a:extLst>
          </p:cNvPr>
          <p:cNvSpPr/>
          <p:nvPr/>
        </p:nvSpPr>
        <p:spPr>
          <a:xfrm>
            <a:off x="2579260" y="3240972"/>
            <a:ext cx="2019719" cy="8641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LED is deactivated. All motion should have ceased by now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5D83312-743A-7A7F-3068-615F1B6211C6}"/>
              </a:ext>
            </a:extLst>
          </p:cNvPr>
          <p:cNvSpPr/>
          <p:nvPr/>
        </p:nvSpPr>
        <p:spPr>
          <a:xfrm>
            <a:off x="5190013" y="3274483"/>
            <a:ext cx="943897" cy="7669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End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E62A7B5-F75C-96EC-3B47-39975FBDC983}"/>
              </a:ext>
            </a:extLst>
          </p:cNvPr>
          <p:cNvSpPr/>
          <p:nvPr/>
        </p:nvSpPr>
        <p:spPr>
          <a:xfrm>
            <a:off x="6715925" y="730506"/>
            <a:ext cx="2019719" cy="8641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Arm lowers and scoop levels out to carefully hold the rocks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1884538-606C-8178-7F95-BA49AAF56A2E}"/>
              </a:ext>
            </a:extLst>
          </p:cNvPr>
          <p:cNvSpPr/>
          <p:nvPr/>
        </p:nvSpPr>
        <p:spPr>
          <a:xfrm>
            <a:off x="9510034" y="2010729"/>
            <a:ext cx="2283135" cy="9228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Arm base swivels 135 degrees or so left and the system drives forward approx. 1300 mm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EDA730C-4966-8882-BF4D-912D7E994FDC}"/>
              </a:ext>
            </a:extLst>
          </p:cNvPr>
          <p:cNvSpPr/>
          <p:nvPr/>
        </p:nvSpPr>
        <p:spPr>
          <a:xfrm>
            <a:off x="9002807" y="709429"/>
            <a:ext cx="2792625" cy="9228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Arm raises to approx. 45 degrees from horizontal. Scoop servo is dynamically lowered to account for new arm angle (keeping the scoop at an acceptable angle to secure the rocks)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A803B9C-2074-543F-9194-9AD8AA6E5B73}"/>
              </a:ext>
            </a:extLst>
          </p:cNvPr>
          <p:cNvSpPr/>
          <p:nvPr/>
        </p:nvSpPr>
        <p:spPr>
          <a:xfrm>
            <a:off x="5505117" y="2014598"/>
            <a:ext cx="2990463" cy="9738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Arm extends to full required length found from necessary calculations to locate the scoop directly over the hopper. Scoop wall mechanism should mechanically activate.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E53095D-B641-9F48-AF6D-361B3F2CEAC1}"/>
              </a:ext>
            </a:extLst>
          </p:cNvPr>
          <p:cNvSpPr/>
          <p:nvPr/>
        </p:nvSpPr>
        <p:spPr>
          <a:xfrm>
            <a:off x="2474772" y="2069434"/>
            <a:ext cx="2495857" cy="864157"/>
          </a:xfrm>
          <a:prstGeom prst="roundRect">
            <a:avLst>
              <a:gd name="adj" fmla="val 22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Scoop servo is slowly rotated until the scoop funnel is 60 degrees below horizontal and in line with the hopper. The rocks should now fall uniformly into the hopper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693C9C4-C6C3-B1F4-5ED9-6E52E6643EEF}"/>
              </a:ext>
            </a:extLst>
          </p:cNvPr>
          <p:cNvSpPr/>
          <p:nvPr/>
        </p:nvSpPr>
        <p:spPr>
          <a:xfrm>
            <a:off x="187809" y="2124271"/>
            <a:ext cx="2019719" cy="8641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Wheel motors are now activated in reverse to return the system to the end zone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FE59C90-9F7A-53AF-EC6F-F443829CE7A5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1131705" y="1162584"/>
            <a:ext cx="3042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EE884E8-34A5-EE8D-FD26-D3ED72C9008D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4228094" y="1162585"/>
            <a:ext cx="267163" cy="1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294B2F3-7C1C-7C2E-4325-9C5141A317E9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 flipV="1">
            <a:off x="6514976" y="1162585"/>
            <a:ext cx="200949" cy="1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50F0790-50C3-182B-0546-1F92A5209C81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8735644" y="1162585"/>
            <a:ext cx="3326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27A9D8F-D59A-182E-C140-9EDA6FFF0BCA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0651602" y="1675695"/>
            <a:ext cx="0" cy="3350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D477FB0-C079-681B-BB5B-884681C13DD0}"/>
              </a:ext>
            </a:extLst>
          </p:cNvPr>
          <p:cNvCxnSpPr>
            <a:cxnSpLocks/>
            <a:stCxn id="17" idx="1"/>
            <a:endCxn id="19" idx="3"/>
          </p:cNvCxnSpPr>
          <p:nvPr/>
        </p:nvCxnSpPr>
        <p:spPr>
          <a:xfrm flipH="1" flipV="1">
            <a:off x="4970629" y="2501513"/>
            <a:ext cx="5344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5C46021-65C3-D922-7E90-AD8DA963869B}"/>
              </a:ext>
            </a:extLst>
          </p:cNvPr>
          <p:cNvSpPr/>
          <p:nvPr/>
        </p:nvSpPr>
        <p:spPr>
          <a:xfrm>
            <a:off x="187808" y="3240971"/>
            <a:ext cx="2019719" cy="8641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200" dirty="0"/>
              <a:t>Arm is retracted as necessary to fit within end zone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629529A-120F-49C2-0FD4-223F56196426}"/>
              </a:ext>
            </a:extLst>
          </p:cNvPr>
          <p:cNvCxnSpPr>
            <a:cxnSpLocks/>
            <a:stCxn id="15" idx="1"/>
            <a:endCxn id="17" idx="3"/>
          </p:cNvCxnSpPr>
          <p:nvPr/>
        </p:nvCxnSpPr>
        <p:spPr>
          <a:xfrm flipH="1">
            <a:off x="8495580" y="2472160"/>
            <a:ext cx="1014454" cy="29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4926F0D-A368-A065-F5CE-DE618D318732}"/>
              </a:ext>
            </a:extLst>
          </p:cNvPr>
          <p:cNvCxnSpPr>
            <a:cxnSpLocks/>
            <a:endCxn id="20" idx="3"/>
          </p:cNvCxnSpPr>
          <p:nvPr/>
        </p:nvCxnSpPr>
        <p:spPr>
          <a:xfrm flipH="1">
            <a:off x="2207528" y="2514600"/>
            <a:ext cx="267243" cy="41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A3C68E4-2CDC-7AD5-D327-804991F426C2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1110282" y="2964502"/>
            <a:ext cx="87386" cy="276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89D6593-1CE3-BD6E-4BC1-8555DEB61B2F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207527" y="3657941"/>
            <a:ext cx="371733" cy="15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71A3A07-7F44-9E6C-D2F4-44CFDC3146C5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4628627" y="3642832"/>
            <a:ext cx="561386" cy="151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CAE4242-CFCB-943E-802C-E18C9840D611}"/>
              </a:ext>
            </a:extLst>
          </p:cNvPr>
          <p:cNvSpPr/>
          <p:nvPr/>
        </p:nvSpPr>
        <p:spPr>
          <a:xfrm>
            <a:off x="1398868" y="321547"/>
            <a:ext cx="943897" cy="13455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LED is activated to indicate run is currently going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BD8C23D-38F8-C772-4750-417A144917DD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2322631" y="1162585"/>
            <a:ext cx="152907" cy="82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046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C009563D4AB44E946371976B5421A3" ma:contentTypeVersion="12" ma:contentTypeDescription="Create a new document." ma:contentTypeScope="" ma:versionID="d88e9aa1bf1b80c879aec0ee80b413f1">
  <xsd:schema xmlns:xsd="http://www.w3.org/2001/XMLSchema" xmlns:xs="http://www.w3.org/2001/XMLSchema" xmlns:p="http://schemas.microsoft.com/office/2006/metadata/properties" xmlns:ns2="7e7f6ae7-7678-4461-bcb8-3f90221bed35" xmlns:ns3="4887bbb7-6433-423b-bd04-1062ec1b5577" targetNamespace="http://schemas.microsoft.com/office/2006/metadata/properties" ma:root="true" ma:fieldsID="51f1d00cec3b7746a4ff8c3317f1df45" ns2:_="" ns3:_="">
    <xsd:import namespace="7e7f6ae7-7678-4461-bcb8-3f90221bed35"/>
    <xsd:import namespace="4887bbb7-6433-423b-bd04-1062ec1b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7f6ae7-7678-4461-bcb8-3f90221bed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b026aac-6b52-4d7e-a64d-f3ee90946f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87bbb7-6433-423b-bd04-1062ec1b55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9237808-e0e4-4871-b929-f97c668ab358}" ma:internalName="TaxCatchAll" ma:showField="CatchAllData" ma:web="4887bbb7-6433-423b-bd04-1062ec1b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7f6ae7-7678-4461-bcb8-3f90221bed35">
      <Terms xmlns="http://schemas.microsoft.com/office/infopath/2007/PartnerControls"/>
    </lcf76f155ced4ddcb4097134ff3c332f>
    <TaxCatchAll xmlns="4887bbb7-6433-423b-bd04-1062ec1b557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9D29C5-B97D-48F3-868F-BA7E3C713E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e7f6ae7-7678-4461-bcb8-3f90221bed35"/>
    <ds:schemaRef ds:uri="4887bbb7-6433-423b-bd04-1062ec1b55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1A6D611-5E58-4A17-86D1-B461A9396492}">
  <ds:schemaRefs>
    <ds:schemaRef ds:uri="http://schemas.microsoft.com/office/2006/metadata/properties"/>
    <ds:schemaRef ds:uri="http://schemas.microsoft.com/office/infopath/2007/PartnerControls"/>
    <ds:schemaRef ds:uri="7e7f6ae7-7678-4461-bcb8-3f90221bed35"/>
    <ds:schemaRef ds:uri="4887bbb7-6433-423b-bd04-1062ec1b5577"/>
  </ds:schemaRefs>
</ds:datastoreItem>
</file>

<file path=customXml/itemProps3.xml><?xml version="1.0" encoding="utf-8"?>
<ds:datastoreItem xmlns:ds="http://schemas.openxmlformats.org/officeDocument/2006/customXml" ds:itemID="{083A36E8-E600-4921-82E2-97D9598D0E9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923</TotalTime>
  <Words>195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Lachlan New</dc:creator>
  <cp:lastModifiedBy>Lachlan New</cp:lastModifiedBy>
  <cp:revision>3</cp:revision>
  <dcterms:created xsi:type="dcterms:W3CDTF">2026-03-19T12:48:37Z</dcterms:created>
  <dcterms:modified xsi:type="dcterms:W3CDTF">2026-03-31T01:01:01Z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0x01010012C009563D4AB44E946371976B5421A3</vt:lpwstr>
  </property>
  <property fmtid="{D5CDD505-2E9C-101B-9397-08002B2CF9AE}" pid="3" name="MediaServiceImageTags">
    <vt:lpwstr/>
  </property>
</Properties>
</file>